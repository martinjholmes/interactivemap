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DE71-866A-B294-960A-8D1C9CA7A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FDD72-8808-304A-2E9C-EEA74F54F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9B87-6D9D-FC12-73AD-EA56B62C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32367-652A-D65F-F402-37AD8A25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9DC02-B8B8-F354-9F1C-9AA507D7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4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96FD-329C-0F2F-DA14-F9EBC6AA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CC27-893E-D64C-A69E-6583358B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B1F5D-D444-0292-AD02-8548A235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A11D5-BB8E-861C-B7EA-6744E86C6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8B329-9F22-6ACF-FD3B-C14904B8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8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D4A9-DAB3-3FFC-2B77-0E28E440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8F05F-89F2-B3B4-13F4-96D4E6152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7073C-1EF8-66B3-B7E1-C2466B5C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1F392-E19A-2F06-55ED-90BF12EC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DD102-1140-CA72-EA03-6097BF2D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701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FB0C-E128-2362-078C-68BC2BD6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5B4FA-D3A7-7EEB-CFF0-3ECD4EC3C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AC26E-39BB-507A-3CB7-C48086E21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AD6B-3640-D36F-423D-00242601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954C4-E694-1E54-27D6-D9DFF3DF9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0DC74-951E-CB18-A3F5-25D78BBB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3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0E21-E72E-078F-6CB9-18BD9E23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4942F-C623-EF08-2E4E-98ECB42BA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36CDC-65C4-268D-6451-9901CE501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1C45D-7D14-0A24-5703-A1AA16B50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8C2E7-F14C-42B2-348E-537262BE5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F8129-AB42-AFFE-9F50-823025BE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7E93D9-4013-10E2-8AD3-6A868E15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663B1-3F27-8D8B-C9CF-57823202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54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C54E-E377-1997-5B57-3552E4E3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C9AB7-C394-C887-BB4A-2185C9C1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1C232-63C5-DF84-A6FC-DA125E0B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D5DA8-AD6F-203D-6013-09B8335D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17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82438-19BB-EDE3-E9C0-81CD60C7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252F1-A455-77D6-80C9-D490F283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35394-7A2F-6FD9-B374-76AF5158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53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B1FA-B8CB-E2B6-5308-75D77D146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0BFA-CCB8-74E9-219E-9E6DEC80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F176-99E8-1F86-A1E2-238B1028A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ABB1E-2AFD-F09B-B328-FE4AAD7A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5FDC5-2E06-C443-DC6B-9F1C36E4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36D34-1C83-DF14-9088-C558CBDA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09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A838-89C3-E511-52C5-4008B48A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A75AD-451E-4D75-3769-ED29A9F0F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6F60B-C587-A174-DF55-108E433CB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11D1B-1C94-7347-1A79-DFAFD555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372F1-24E4-458C-161D-BD627FB3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0520A-5C4F-F28D-4BF2-2EA6BD0EF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97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7151-F2B5-774C-5FF7-83ADA034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1B1BA-4AFF-2055-AECC-E74826F8D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4AB2-85B8-85C8-3FA9-AE2A526F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ABB19-300D-EC7E-9D93-4A406765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C81AC-34FD-11F2-BC9A-70C866E5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14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9E5A42-771E-F1C1-CFE5-FCB66D474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1CD9D-B779-C22A-587E-565C09AF1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1EFDB-7BFC-5F10-5290-BFF87506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94D7-2BD2-F5C2-0EAC-31F1F8F8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DC824-FD0F-1D7D-5002-870B4766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66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28F62-A5A0-F7B4-4F1B-66967FD7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581BC-7683-166F-EF5F-A76A90F6C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CE19D-387F-FA72-4C2A-841EAA275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E6C3A-BA36-4666-86DB-E81361D1432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17C32-8DC1-1902-1C75-7F10B70CF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597D-FED0-1175-FCC2-21BEFCAF0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D853-2756-44D0-8D0E-BEBE9F499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68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EC401F-AFE9-F759-2938-83D85396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30" y="336996"/>
            <a:ext cx="4330923" cy="5131064"/>
          </a:xfrm>
          <a:prstGeom prst="rect">
            <a:avLst/>
          </a:prstGeom>
          <a:ln w="28575">
            <a:solidFill>
              <a:schemeClr val="accent1">
                <a:shade val="15000"/>
              </a:schemeClr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BF18E49-6C75-9DC1-ABFF-8E8E70E8B699}"/>
              </a:ext>
            </a:extLst>
          </p:cNvPr>
          <p:cNvSpPr/>
          <p:nvPr/>
        </p:nvSpPr>
        <p:spPr>
          <a:xfrm>
            <a:off x="844296" y="2731747"/>
            <a:ext cx="3792359" cy="225588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21B77-2757-568D-6F93-64F2023D1F44}"/>
              </a:ext>
            </a:extLst>
          </p:cNvPr>
          <p:cNvSpPr txBox="1"/>
          <p:nvPr/>
        </p:nvSpPr>
        <p:spPr>
          <a:xfrm>
            <a:off x="5689600" y="674255"/>
            <a:ext cx="335130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 </a:t>
            </a:r>
          </a:p>
          <a:p>
            <a:r>
              <a:rPr lang="en-GB" dirty="0" err="1"/>
              <a:t>zoomLevel</a:t>
            </a:r>
            <a:r>
              <a:rPr lang="en-GB" dirty="0"/>
              <a:t> = 1</a:t>
            </a:r>
          </a:p>
          <a:p>
            <a:endParaRPr lang="en-GB" dirty="0"/>
          </a:p>
          <a:p>
            <a:r>
              <a:rPr lang="en-GB" dirty="0"/>
              <a:t>Have a map file</a:t>
            </a:r>
          </a:p>
          <a:p>
            <a:r>
              <a:rPr lang="en-GB" dirty="0"/>
              <a:t>Show squares for </a:t>
            </a:r>
            <a:r>
              <a:rPr lang="en-GB" dirty="0" err="1"/>
              <a:t>zoomLevel</a:t>
            </a:r>
            <a:r>
              <a:rPr lang="en-GB" dirty="0"/>
              <a:t> + 1</a:t>
            </a:r>
          </a:p>
          <a:p>
            <a:endParaRPr lang="en-GB" dirty="0"/>
          </a:p>
          <a:p>
            <a:r>
              <a:rPr lang="en-GB" dirty="0"/>
              <a:t>Class Map</a:t>
            </a:r>
          </a:p>
          <a:p>
            <a:r>
              <a:rPr lang="en-GB" dirty="0" err="1"/>
              <a:t>getMapDetails</a:t>
            </a:r>
            <a:r>
              <a:rPr lang="en-GB" dirty="0"/>
              <a:t>() {}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5187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34E8984-7C93-8FB7-128F-F74FF16DC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866775"/>
            <a:ext cx="9124950" cy="5124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61D7495-366F-3F02-7242-F3B7A49C4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93" y="5729597"/>
            <a:ext cx="8864600" cy="51498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688F43-8478-9669-D820-42C1F3D91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157" y="10874990"/>
            <a:ext cx="8636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0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5CD4E2-B422-F320-B264-3115E38EB459}"/>
              </a:ext>
            </a:extLst>
          </p:cNvPr>
          <p:cNvSpPr txBox="1"/>
          <p:nvPr/>
        </p:nvSpPr>
        <p:spPr>
          <a:xfrm>
            <a:off x="685800" y="557784"/>
            <a:ext cx="231262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Files:</a:t>
            </a:r>
          </a:p>
          <a:p>
            <a:r>
              <a:rPr lang="en-GB" dirty="0"/>
              <a:t>   Landmarks</a:t>
            </a:r>
          </a:p>
          <a:p>
            <a:r>
              <a:rPr lang="en-GB" dirty="0"/>
              <a:t>   Paths</a:t>
            </a:r>
          </a:p>
          <a:p>
            <a:r>
              <a:rPr lang="en-GB" dirty="0"/>
              <a:t>   Maps</a:t>
            </a:r>
          </a:p>
          <a:p>
            <a:endParaRPr lang="en-GB" dirty="0"/>
          </a:p>
          <a:p>
            <a:r>
              <a:rPr lang="en-GB" dirty="0"/>
              <a:t>Classes</a:t>
            </a:r>
          </a:p>
          <a:p>
            <a:r>
              <a:rPr lang="en-GB" dirty="0"/>
              <a:t>   Map</a:t>
            </a:r>
          </a:p>
          <a:p>
            <a:r>
              <a:rPr lang="en-GB" dirty="0"/>
              <a:t>   +</a:t>
            </a:r>
            <a:r>
              <a:rPr lang="en-GB" dirty="0" err="1"/>
              <a:t>currentMapDetails</a:t>
            </a:r>
            <a:endParaRPr lang="en-GB" dirty="0"/>
          </a:p>
          <a:p>
            <a:r>
              <a:rPr lang="en-GB" dirty="0"/>
              <a:t>        +</a:t>
            </a:r>
            <a:r>
              <a:rPr lang="en-GB" dirty="0" err="1"/>
              <a:t>zoomLevel</a:t>
            </a:r>
            <a:endParaRPr lang="en-GB" dirty="0"/>
          </a:p>
          <a:p>
            <a:r>
              <a:rPr lang="en-GB" dirty="0"/>
              <a:t>        +</a:t>
            </a:r>
            <a:r>
              <a:rPr lang="en-GB" dirty="0" err="1"/>
              <a:t>mapMode</a:t>
            </a:r>
            <a:endParaRPr lang="en-GB" dirty="0"/>
          </a:p>
          <a:p>
            <a:r>
              <a:rPr lang="en-GB" dirty="0"/>
              <a:t>        +map</a:t>
            </a:r>
          </a:p>
          <a:p>
            <a:r>
              <a:rPr lang="en-GB" dirty="0"/>
              <a:t>               +</a:t>
            </a:r>
            <a:r>
              <a:rPr lang="en-GB" dirty="0" err="1"/>
              <a:t>topLeft</a:t>
            </a:r>
            <a:endParaRPr lang="en-GB" dirty="0"/>
          </a:p>
          <a:p>
            <a:r>
              <a:rPr lang="en-GB" dirty="0"/>
              <a:t>               +</a:t>
            </a:r>
            <a:r>
              <a:rPr lang="en-GB" dirty="0" err="1"/>
              <a:t>bottomRight</a:t>
            </a:r>
            <a:endParaRPr lang="en-GB" dirty="0"/>
          </a:p>
          <a:p>
            <a:r>
              <a:rPr lang="en-GB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059559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1D991B-00F1-DCB2-123B-BFAB22B6A6C6}"/>
              </a:ext>
            </a:extLst>
          </p:cNvPr>
          <p:cNvCxnSpPr/>
          <p:nvPr/>
        </p:nvCxnSpPr>
        <p:spPr>
          <a:xfrm>
            <a:off x="1357162" y="1434164"/>
            <a:ext cx="3397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A7FD54-C21D-B4D4-626E-14CEFEC910F1}"/>
              </a:ext>
            </a:extLst>
          </p:cNvPr>
          <p:cNvCxnSpPr>
            <a:cxnSpLocks/>
          </p:cNvCxnSpPr>
          <p:nvPr/>
        </p:nvCxnSpPr>
        <p:spPr>
          <a:xfrm>
            <a:off x="1357162" y="1806020"/>
            <a:ext cx="57568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19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50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Holmes</dc:creator>
  <cp:lastModifiedBy>Martin Holmes</cp:lastModifiedBy>
  <cp:revision>5</cp:revision>
  <dcterms:created xsi:type="dcterms:W3CDTF">2026-03-11T19:15:51Z</dcterms:created>
  <dcterms:modified xsi:type="dcterms:W3CDTF">2026-06-05T20:22:14Z</dcterms:modified>
</cp:coreProperties>
</file>